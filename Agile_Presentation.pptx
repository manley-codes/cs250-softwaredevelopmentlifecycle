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8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Agile vs. Waterfall: Lessons from the SNHU Travel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Manley Johnson</a:t>
            </a:r>
          </a:p>
          <a:p>
            <a:r>
              <a:t>CS 250 – Software Development Lifecycle</a:t>
            </a:r>
          </a:p>
          <a:p>
            <a:r>
              <a:t>Southern New Hampshire University</a:t>
            </a:r>
          </a:p>
          <a:p>
            <a:r>
              <a:t>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Agile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Scrum Master – Facilitates Scrum events, removes blockers, and ensures progress.</a:t>
            </a:r>
          </a:p>
          <a:p>
            <a:pPr marL="0" indent="0">
              <a:buNone/>
            </a:pPr>
            <a:r>
              <a:rPr dirty="0"/>
              <a:t>• Product Owner – Defines vision, prioritizes backlog, and ensures alignment with stakeholder needs.</a:t>
            </a:r>
          </a:p>
          <a:p>
            <a:pPr marL="0" indent="0">
              <a:buNone/>
            </a:pPr>
            <a:r>
              <a:rPr dirty="0"/>
              <a:t>• Developers – Build and test working features each sprint.</a:t>
            </a:r>
          </a:p>
          <a:p>
            <a:pPr marL="0" indent="0">
              <a:buNone/>
            </a:pPr>
            <a:r>
              <a:rPr dirty="0"/>
              <a:t>• Tester – Confirms user stories meet acceptance criteria and quality standards.</a:t>
            </a:r>
          </a:p>
          <a:p>
            <a:r>
              <a:rPr dirty="0"/>
              <a:t>Each role promotes collaboration, accountability, and continuous improvement within the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Agile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Agile adapts the Software Development Life Cycle (SDLC) into iterative sprints:</a:t>
            </a:r>
          </a:p>
          <a:p>
            <a:r>
              <a:rPr dirty="0"/>
              <a:t>1. Planning – Define backlog, sprint goals, and priorities.</a:t>
            </a:r>
          </a:p>
          <a:p>
            <a:r>
              <a:rPr dirty="0"/>
              <a:t>2. Design – Draft solution strategies and refine user stories.</a:t>
            </a:r>
          </a:p>
          <a:p>
            <a:r>
              <a:rPr dirty="0"/>
              <a:t>3. Development – Implement incremental, working code.</a:t>
            </a:r>
          </a:p>
          <a:p>
            <a:r>
              <a:rPr dirty="0"/>
              <a:t>4. Testing – Validate and adjust through ongoing feedback.</a:t>
            </a:r>
          </a:p>
          <a:p>
            <a:r>
              <a:rPr dirty="0"/>
              <a:t>5. Review – Present increments to stakeholders for evaluation.</a:t>
            </a:r>
          </a:p>
          <a:p>
            <a:r>
              <a:rPr dirty="0"/>
              <a:t>6. Retrospective – Identify improvements for future sprints.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Describing the Waterfall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Waterfall follows a linear, sequential order of SDLC stages:</a:t>
            </a:r>
          </a:p>
          <a:p>
            <a:r>
              <a:rPr dirty="0"/>
              <a:t>• Requirements → Design → Implementation → Testing → Deployment → Maintenance.</a:t>
            </a:r>
          </a:p>
          <a:p>
            <a:r>
              <a:rPr dirty="0"/>
              <a:t>• Each stage must be completed before the next begins.</a:t>
            </a:r>
          </a:p>
          <a:p>
            <a:r>
              <a:rPr dirty="0"/>
              <a:t>• Difficult to change requirements once development starts.</a:t>
            </a:r>
          </a:p>
          <a:p>
            <a:r>
              <a:rPr dirty="0"/>
              <a:t>• Feedback is often delayed until the end of the project.</a:t>
            </a:r>
          </a:p>
          <a:p>
            <a:r>
              <a:rPr dirty="0"/>
              <a:t>In contrast, Agile allows flexibility and iteration throughout the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 or Agile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Key factors to consider when choosing an approach:</a:t>
            </a:r>
          </a:p>
          <a:p>
            <a:pPr marL="0" indent="0">
              <a:buNone/>
            </a:pPr>
            <a:r>
              <a:rPr dirty="0"/>
              <a:t>• Requirement Stability – Waterfall suits fixed requirements; Agile suits evolving needs.</a:t>
            </a:r>
          </a:p>
          <a:p>
            <a:pPr marL="0" indent="0">
              <a:buNone/>
            </a:pPr>
            <a:r>
              <a:rPr dirty="0"/>
              <a:t>• Timeline Flexibility – Waterfall offers predictability; Agile offers adaptability.</a:t>
            </a:r>
          </a:p>
          <a:p>
            <a:pPr marL="0" indent="0">
              <a:buNone/>
            </a:pPr>
            <a:r>
              <a:rPr dirty="0"/>
              <a:t>• Communication – Agile emphasizes constant collaboration and feedback.</a:t>
            </a:r>
          </a:p>
          <a:p>
            <a:pPr marL="0" indent="0">
              <a:buNone/>
            </a:pPr>
            <a:r>
              <a:rPr dirty="0"/>
              <a:t>• Feedback Loops – Waterfall receives late feedback; Agile delivers early insights.</a:t>
            </a:r>
          </a:p>
          <a:p>
            <a:r>
              <a:rPr dirty="0"/>
              <a:t>Agile was the best fit for SNHU Travel because it supported rapid iteration and teamwork.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Beck, K., Beedle, M., van </a:t>
            </a:r>
            <a:r>
              <a:rPr dirty="0" err="1"/>
              <a:t>Bennekum</a:t>
            </a:r>
            <a:r>
              <a:rPr dirty="0"/>
              <a:t>, A., et al. (2020). Manifesto for Agile Software Development. https://agilemanifesto.org</a:t>
            </a:r>
          </a:p>
          <a:p>
            <a:r>
              <a:rPr dirty="0"/>
              <a:t>Moe, N. B., Cruzes, D. S., Dyba, T., &amp; Engebretsen, E. (2021). Learning from Daily Scrum meetings. Empirical Software Engineering, 26(5), 1–29.</a:t>
            </a:r>
          </a:p>
          <a:p>
            <a:r>
              <a:rPr dirty="0"/>
              <a:t>Project Management Institute. (2021). Agile Practice Guide. PMI.</a:t>
            </a:r>
          </a:p>
          <a:p>
            <a:r>
              <a:rPr dirty="0"/>
              <a:t>Rigby, D. K., Berez, S., Caimi, G., &amp; Noble, A. (2020). Agile at Scale. Harvard Business Review, 98(3), 88–96.</a:t>
            </a:r>
          </a:p>
          <a:p>
            <a:r>
              <a:rPr dirty="0"/>
              <a:t>Schwaber, K., &amp; Sutherland, J. (2020). The Scrum Guide. Scrum.org.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469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Agile vs. Waterfall: Lessons from the SNHU Travel Project</vt:lpstr>
      <vt:lpstr>Explaining Agile Roles</vt:lpstr>
      <vt:lpstr>Explaining Agile Phases</vt:lpstr>
      <vt:lpstr>Describing the Waterfall Model</vt:lpstr>
      <vt:lpstr>Waterfall or Agile Approach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manley johnson</dc:creator>
  <cp:keywords/>
  <dc:description>generated using python-pptx</dc:description>
  <cp:lastModifiedBy>manley johnson</cp:lastModifiedBy>
  <cp:revision>2</cp:revision>
  <dcterms:created xsi:type="dcterms:W3CDTF">2013-01-27T09:14:16Z</dcterms:created>
  <dcterms:modified xsi:type="dcterms:W3CDTF">2025-10-18T16:02:24Z</dcterms:modified>
  <cp:category/>
</cp:coreProperties>
</file>